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A1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5A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GREENSBORO STARTUP WEEK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redline chaos.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resubmittal clean.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5303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reviewer redline PDF. Get a structured, assignable comment list in under two minutes. Track the response until the resubmittal ships.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Jene · Founder · jene@entitleflow.com · entitleflow.com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i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architecture firm in America has the same broken workflow."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submit a permit. The city sends back a PDF full of red marks. Then someone spends three hours retyping reviewer comments into a spreadsheet before anyone can actually start responding.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0F3C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074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review cycle · retyping by hand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Hook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live in five places at once.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0F3C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threads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95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markups + internal back-and-forth scattered in inboxes.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0F3C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Bluebeam markups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1729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stuck in the PDF layer, no workflow around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0F3C3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639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Somebody's Excel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9502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spreadsheet that nobody else on the team can find.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0F3C3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DMs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727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buried in channels where the next PM will never see them.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0F3C3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2120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193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memory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504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to comment 3.2 lives in one senior engineer's head.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Problem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are already paying humans to solve this.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51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$25–$40 / hr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coordinator rates · NC market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651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$50–$80K / yr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4206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 of a dedicated expediter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651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75–250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66760" y="4206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comments a mid-sized firm carries at once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budget line already approved. We're not creating demand — we're undercutting a line item.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Market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modules. One workspace.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0F3C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A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 parsing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reviewer PDF. Get a structured, assignable comment list in under two minutes.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Scanned, native, and Bluebeam markups all become structured records.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19456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A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tracking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37960" y="38404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owners, draft responses, prep the resubmittal package — all in the same workspace.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5120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Principals and clients see a single live view. No extra update emails.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Solution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MOMENT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two minutes. No transcription.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DEBE9"/>
          </a:solidFill>
          <a:ln w="9525">
            <a:solidFill>
              <a:srgbClr val="E8C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60-page reviewer PDF, 25 red marks, and an empty spreadsheet.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hours of manual transcription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Missed comments slip through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shared system of record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Coordination over email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DFF2EF"/>
          </a:solidFill>
          <a:ln w="9525">
            <a:solidFill>
              <a:srgbClr val="25A1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ENTITLEFLOW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structured comments. Assignable. Shareable. Searchable.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 2 minutes · start to finish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page and markup stay linked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 and discipline suggested on intake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Shareable link for your team, today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Magic moment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timing advantages.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A18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actually works now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tech that reads medical forms can read plan review redlines. Two years ago this was impossible. Today it's a weekend.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A18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Solo-priced for the firms that feel the pain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4069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PermitFlow raised $54M to chase general contractors. EntitleFlow targets the firms they ignore — at a price those firms can say yes to today.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A18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is a customer-proximity edge, not a fence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486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North Carolina with local AEC firms. Works everywhere reviewer redlines do. First 20 customers within driving distance.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Why now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the post-submission loop.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858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20840" y="2377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63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Bluebeam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markup and annotation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30632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 · track response · build resubmittal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GCs submit permits (enterprise)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3749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architects who have to respond to reviewers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34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email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free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 Shared memory. Discipline. Any of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10881360" cy="685800"/>
          </a:xfrm>
          <a:prstGeom prst="rect">
            <a:avLst/>
          </a:prstGeom>
          <a:solidFill>
            <a:srgbClr val="DFF2EF"/>
          </a:solidFill>
          <a:ln w="6350">
            <a:solidFill>
              <a:srgbClr val="E2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120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everyone else skips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5120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this is the wedge 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verdict: "Opportunity In The Gaps." No competitor owns PDF-to-structured-comments as their core wedge.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Competition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price. Built for the firm, not the seat.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858000" cy="3931920"/>
          </a:xfrm>
          <a:prstGeom prst="roundRect">
            <a:avLst>
              <a:gd name="adj" fmla="val 3488"/>
            </a:avLst>
          </a:prstGeom>
          <a:solidFill>
            <a:srgbClr val="0F3C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· per firm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projects and seats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month of founder-led onboarding free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AI-assisted parsing and response drafting included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806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tier ladder. No license taxonomy games.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2194560"/>
            <a:ext cx="3794760" cy="393192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8346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$3,588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0467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· per year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4206240"/>
            <a:ext cx="3200400" cy="0"/>
          </a:xfrm>
          <a:prstGeom prst="line">
            <a:avLst/>
          </a:prstGeom>
          <a:noFill/>
          <a:ln w="12700">
            <a:solidFill>
              <a:srgbClr val="E2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43891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2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046720" y="5212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coordinator · per year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5669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in under two review cycles.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Pricing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pilot firms. By May 15.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3C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firms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Architects, civil engineers, developers, or GCs dealing with redline PDFs today. I want this in your hands this week.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28600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5603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3C3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lived the coordination pain. I want your eyes on the product and 15 minutes of blunt feedback.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286000"/>
            <a:ext cx="36576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25603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3C35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95360" y="40233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AEC or proptech? Let's compare notes on what we're seeing in market right now.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pilots. Real feedback. Case studies and logos in return.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 ·  Startup Week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ask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A1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chaos eats margins, hours, and weekends.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 cuts the ugliest part of the cycle in under two minutes.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0116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A1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F3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with your PDF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A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entitleflow.com/try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Jene · founder · jene@entitleflow.com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F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EntitleFlow — Startup Week Pitch</dc:title>
  <dc:subject>PptxGenJS Presentation</dc:subject>
  <dc:creator>Jene (EntitleFlow)</dc:creator>
  <cp:lastModifiedBy>Jene (EntitleFlow)</cp:lastModifiedBy>
  <cp:revision>1</cp:revision>
  <dcterms:created xsi:type="dcterms:W3CDTF">2026-04-23T16:07:18Z</dcterms:created>
  <dcterms:modified xsi:type="dcterms:W3CDTF">2026-04-23T16:07:18Z</dcterms:modified>
</cp:coreProperties>
</file>